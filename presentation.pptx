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Open Sans Bold" charset="1" panose="020B0806030504020204"/>
      <p:regular r:id="rId11"/>
    </p:embeddedFont>
    <p:embeddedFont>
      <p:font typeface="Open Sans" charset="1" panose="020B06060305040202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159178"/>
            <a:ext cx="18288000" cy="319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Web Devel</a:t>
            </a:r>
            <a:r>
              <a:rPr lang="en-US" b="true" sz="9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opment: An Exciting Journey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4652327"/>
            <a:ext cx="18288000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Understanding the Web and Becoming a Web Developer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95673" y="159703"/>
            <a:ext cx="1449665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How does the web work?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056223"/>
            <a:ext cx="435868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</a:t>
            </a: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troduction: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95673" y="3171190"/>
            <a:ext cx="14665623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web relies on the interaction between clients (browsers) and servers.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256405"/>
            <a:ext cx="390237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Main Points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95673" y="5677535"/>
            <a:ext cx="14665623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Clients and Br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owsers: Send requests to display web pages.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Servers: Respond to requests by sending the requested web pages.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HTTP/HTTPS Protocol: Ensures secure communication between clients and servers.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DNS: Translates domain names into IP addresses.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Web Content: Created using HTML, CSS, and JavaScript.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48301" y="-104775"/>
            <a:ext cx="14191399" cy="92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45"/>
              </a:lnSpc>
            </a:pPr>
            <a:r>
              <a:rPr lang="en-US" sz="538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What do you need to be a web developer?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305560"/>
            <a:ext cx="17259300" cy="8981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Ed</a:t>
            </a:r>
            <a:r>
              <a:rPr lang="en-US" b="true" sz="3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ucation and Learning: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Online courses, coding bootcamps, computer science degrees.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Programming Languages: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HTML, CSS, JavaScript for front-end.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Python, Ruby, PHP, Node.js for back-end.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Frameworks and Libraries: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React, Angular, Vue.js for front-end.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Django, Flask, Express for back-end.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Development Tools: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Git, GitHub, Integrated Development Environments (IDE).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Practical Projects: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Work on real projects.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Continuous Learning:</a:t>
            </a:r>
          </a:p>
          <a:p>
            <a:pPr algn="l" marL="1468119" indent="-489373" lvl="2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Stay updated with new technologies.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64323"/>
            <a:ext cx="18288000" cy="964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8"/>
              </a:lnSpc>
            </a:pPr>
            <a:r>
              <a:rPr lang="en-US" sz="560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Why did you choose to learn web development?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00039" y="1926418"/>
            <a:ext cx="512157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Personal Points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02494" y="3329331"/>
            <a:ext cx="17038936" cy="3545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75611" indent="-437806" lvl="1">
              <a:lnSpc>
                <a:spcPts val="5677"/>
              </a:lnSpc>
              <a:buFont typeface="Arial"/>
              <a:buChar char="•"/>
            </a:pPr>
            <a:r>
              <a:rPr lang="en-US" b="true" sz="405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Passion for Technology</a:t>
            </a:r>
            <a:r>
              <a:rPr lang="en-US" sz="40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Fascination with the p</a:t>
            </a:r>
            <a:r>
              <a:rPr lang="en-US" sz="40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otential of the web.</a:t>
            </a:r>
          </a:p>
          <a:p>
            <a:pPr algn="just" marL="875611" indent="-437806" lvl="1">
              <a:lnSpc>
                <a:spcPts val="5677"/>
              </a:lnSpc>
              <a:buFont typeface="Arial"/>
              <a:buChar char="•"/>
            </a:pPr>
            <a:r>
              <a:rPr lang="en-US" b="true" sz="405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Career Opportunities</a:t>
            </a:r>
            <a:r>
              <a:rPr lang="en-US" sz="40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Promising job prospects.</a:t>
            </a:r>
          </a:p>
          <a:p>
            <a:pPr algn="just" marL="875611" indent="-437806" lvl="1">
              <a:lnSpc>
                <a:spcPts val="5677"/>
              </a:lnSpc>
              <a:buFont typeface="Arial"/>
              <a:buChar char="•"/>
            </a:pPr>
            <a:r>
              <a:rPr lang="en-US" b="true" sz="405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Creativity and Innovation</a:t>
            </a:r>
            <a:r>
              <a:rPr lang="en-US" sz="40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Creating interactive experiences.</a:t>
            </a:r>
          </a:p>
          <a:p>
            <a:pPr algn="just" marL="875611" indent="-437806" lvl="1">
              <a:lnSpc>
                <a:spcPts val="5677"/>
              </a:lnSpc>
              <a:buFont typeface="Arial"/>
              <a:buChar char="•"/>
            </a:pPr>
            <a:r>
              <a:rPr lang="en-US" b="true" sz="405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Flexibility</a:t>
            </a:r>
            <a:r>
              <a:rPr lang="en-US" sz="40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Working freelance, in a company, or starting a business.</a:t>
            </a:r>
          </a:p>
          <a:p>
            <a:pPr algn="just" marL="875611" indent="-437806" lvl="1">
              <a:lnSpc>
                <a:spcPts val="5677"/>
              </a:lnSpc>
              <a:buFont typeface="Arial"/>
              <a:buChar char="•"/>
            </a:pPr>
            <a:r>
              <a:rPr lang="en-US" b="true" sz="405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Continuous Learning</a:t>
            </a:r>
            <a:r>
              <a:rPr lang="en-US" sz="40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A constantly evolving field.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97401" y="857250"/>
            <a:ext cx="669319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925851"/>
            <a:ext cx="16230600" cy="1553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2829" indent="-481414" lvl="1">
              <a:lnSpc>
                <a:spcPts val="6243"/>
              </a:lnSpc>
              <a:buFont typeface="Arial"/>
              <a:buChar char="•"/>
            </a:pPr>
            <a:r>
              <a:rPr lang="en-US" sz="44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Web devel</a:t>
            </a:r>
            <a:r>
              <a:rPr lang="en-US" sz="44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opment offers a world of exciting possibilities.</a:t>
            </a:r>
          </a:p>
          <a:p>
            <a:pPr algn="l" marL="962829" indent="-481414" lvl="1">
              <a:lnSpc>
                <a:spcPts val="6243"/>
              </a:lnSpc>
              <a:buFont typeface="Arial"/>
              <a:buChar char="•"/>
            </a:pPr>
            <a:r>
              <a:rPr lang="en-US" sz="445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Importance of continuous learning and practice.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DAGe68t_vU8</dc:identifier>
  <dcterms:modified xsi:type="dcterms:W3CDTF">2011-08-01T06:04:30Z</dcterms:modified>
  <cp:revision>1</cp:revision>
  <dc:title>Ajouter un titre</dc:title>
</cp:coreProperties>
</file>